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968996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Sistema de Información ERP Desktop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480991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00A89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Gestión Comercial, Ventas e Inventario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Programación Orientada a Objetos II · Centro de Formación Combarranquilla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Presentador: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Carlos Andrés García Cantillo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160" y="793849"/>
            <a:ext cx="3513446" cy="52703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32408"/>
            <a:ext cx="6296860" cy="117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Problema: Gestión Fragmentada</a:t>
            </a:r>
            <a:endParaRPr lang="en-US" sz="35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61158"/>
            <a:ext cx="6296860" cy="149284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8549" y="2166640"/>
            <a:ext cx="578430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Realidad Actual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968549" y="2562423"/>
            <a:ext cx="5784308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Inventarios, ventas y cartera gestionados de forma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manual e independiente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sin integración entre módulos ni visibilidad centralizada.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25652"/>
            <a:ext cx="6296860" cy="126414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68549" y="3831134"/>
            <a:ext cx="578430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Impacto Operativo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968549" y="4226917"/>
            <a:ext cx="5784308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Descontrol de stock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cuellos de botella en el proceso de cobro y pérdidas concretas por cuentas vencidas sin seguimiento.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061446"/>
            <a:ext cx="6296860" cy="126414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8549" y="5266928"/>
            <a:ext cx="578430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Pregunta Clave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968549" y="5662712"/>
            <a:ext cx="5784308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¿Cómo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centralizar la gestión comercial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mediante un ERP desktop integrado que elimine la fragmentación operativa?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205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Justificación: Técnica, Económica y Operativa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8433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62797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Justificación Técnica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83286"/>
            <a:ext cx="346542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Python + Tkinter + SQLite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arquitectura liviana, transacciones seguras y sin dependencias externas. Ideal para entornos de escritorio.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48433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62797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Justificación Económica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83286"/>
            <a:ext cx="346542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Eliminación de licencias recurrentes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 reducción de fugas de capital originadas por cuentas vencidas sin control automatizado.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48433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62797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Justificación Operativa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383286"/>
            <a:ext cx="346542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Descuento automático de stock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reportes en tiempo real y alertas de inventario mínimo para decisiones ágiles y sin errores.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30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Objetivos del Sistema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566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78645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Objetivo General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74739"/>
            <a:ext cx="690326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Desarrollar e implementar una aplicación ERP desktop para la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gestión comercial integrada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ventas, inventario y cartera en un solo sistema.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3425924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33201" y="3711178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Objetivos Específicos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207272"/>
            <a:ext cx="6903269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Ingeniería de requisitos con roles definidos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Modelo relacional SQL normalizado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Interfaz GUI funcional con Tkinter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Motor POS transaccional en tiempo real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Exportación de reportes a PDF y Excel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308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Ingeniería de Requisitos y Roles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03438"/>
            <a:ext cx="2507394" cy="1649214"/>
          </a:xfrm>
          <a:prstGeom prst="roundRect">
            <a:avLst>
              <a:gd name="adj" fmla="val 481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2311499"/>
            <a:ext cx="209128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Administrador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2807593"/>
            <a:ext cx="209128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Control total del sistema, usuarios y configuración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103438"/>
            <a:ext cx="2507394" cy="1649214"/>
          </a:xfrm>
          <a:prstGeom prst="roundRect">
            <a:avLst>
              <a:gd name="adj" fmla="val 481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5932" y="2311499"/>
            <a:ext cx="209128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Cajero / Vendedor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65932" y="2807593"/>
            <a:ext cx="209128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Operación del módulo POS y registro de ventas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41663"/>
            <a:ext cx="2507394" cy="1710630"/>
          </a:xfrm>
          <a:prstGeom prst="roundRect">
            <a:avLst>
              <a:gd name="adj" fmla="val 46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531" y="4149725"/>
            <a:ext cx="209128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Gestor de Inventario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69531" y="4952901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Alta, baja y control de productos y stock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57875" y="3941663"/>
            <a:ext cx="2507394" cy="1710630"/>
          </a:xfrm>
          <a:prstGeom prst="roundRect">
            <a:avLst>
              <a:gd name="adj" fmla="val 46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5932" y="4149725"/>
            <a:ext cx="209128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Tesorero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565932" y="4645819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Visualización y gestión de cartera y cobranza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32776" y="2079823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Requerimientos Clave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32776" y="2575917"/>
            <a:ext cx="5203794" cy="173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Autenticación por rol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acceso diferenciado por perfil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CRUDs completos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clientes, productos, proveedores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Módulo POS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punto de venta con descuento de inventario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Alertas de stock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notificación de mínimos críticos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Visualización de cartera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pendientes vs. saldadas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432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Diseño de Base de Datos Relacional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69133"/>
            <a:ext cx="6910810" cy="3162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3680" y="2570415"/>
            <a:ext cx="1685023" cy="39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Transacciones &amp; Cartera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23680" y="3022257"/>
            <a:ext cx="1685023" cy="29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ventas (cabecera/detalle) y cuentas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45267" y="3709362"/>
            <a:ext cx="1528751" cy="19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4884" y="3962462"/>
            <a:ext cx="1549134" cy="298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productos y gestión de stock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23680" y="4246137"/>
            <a:ext cx="1528751" cy="19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Entidades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23680" y="4499237"/>
            <a:ext cx="1685023" cy="298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clientes y proveedores principales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18163" y="1582241"/>
            <a:ext cx="351830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Motor: SQLite3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018163" y="2046684"/>
            <a:ext cx="3518308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Transaccionalidad garantizada mediante restricciones de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integridad referencial y claves foráneas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18163" y="2970907"/>
            <a:ext cx="3518308" cy="2540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018163" y="3234432"/>
            <a:ext cx="351830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Tablas Principales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018163" y="3698875"/>
            <a:ext cx="3518308" cy="1120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/ 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proveedores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ventas_cabecera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/ 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ventas_detalle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cuentas_cobrar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/ 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cuentas_pagar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18163" y="5012333"/>
            <a:ext cx="3518308" cy="1084957"/>
          </a:xfrm>
          <a:prstGeom prst="roundRect">
            <a:avLst>
              <a:gd name="adj" fmla="val 6974"/>
            </a:avLst>
          </a:prstGeom>
          <a:solidFill>
            <a:srgbClr val="002A8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240" y="5249069"/>
            <a:ext cx="225122" cy="1800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03439" y="5211762"/>
            <a:ext cx="2752954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Enfoque: integridad de datos y transaccionalidad ACID garantizada.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798016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Módulos y Funcionalidades Clave</a:t>
            </a:r>
            <a:endParaRPr lang="en-US" sz="3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10011"/>
            <a:ext cx="472468" cy="472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70177" y="2310011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Punto de Venta (POS)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370177" y="2730500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Venta en tiempo real con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descuento automático de inventario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al confirmar cada transacción, sin intervención manual.</a:t>
            </a:r>
            <a:endParaRPr lang="en-US" sz="14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99855"/>
            <a:ext cx="472468" cy="472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0177" y="3599855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Gestión de Cartera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370177" y="4020344"/>
            <a:ext cx="558815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Clasificación visual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cuentas por cobrar: Pendientes vs. Saldadas, con seguimiento de cobranza y fechas de vencimiento.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35364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0177" y="5135364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Reportes Ejecutivos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1370177" y="5555853"/>
            <a:ext cx="5588158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Generación automatizada en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PDF y Excel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mediante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reportlab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para análisis gerencial.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586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5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Gestión del Proyecto: SCRUM y KPIs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2707"/>
            <a:ext cx="6918350" cy="33817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5254" y="3292229"/>
            <a:ext cx="1612863" cy="20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Planificación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47533" y="2518035"/>
            <a:ext cx="1612862" cy="20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Desarrollo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43100" y="4109433"/>
            <a:ext cx="1612863" cy="20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Revisión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73765" y="4897963"/>
            <a:ext cx="1612863" cy="20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4074" y="1505148"/>
            <a:ext cx="3532397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Metodología Ágil SCRUM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4074" y="1938635"/>
            <a:ext cx="353239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Desarrollo por </a:t>
            </a:r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sprints iterativos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 revisión continua de funcionalidades y entrega incremental de módulos.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4074" y="2792710"/>
            <a:ext cx="3532397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004074" y="3029148"/>
            <a:ext cx="3532397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KPIs de Calidad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004074" y="3462635"/>
            <a:ext cx="3532397" cy="1381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100%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requerimientos completados y validados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Pruebas 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unitarias e integrales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por módulo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Cobertura de código medible y documentada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04074" y="5061942"/>
            <a:ext cx="3532397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04074" y="5298380"/>
            <a:ext cx="564937" cy="260152"/>
          </a:xfrm>
          <a:prstGeom prst="roundRect">
            <a:avLst>
              <a:gd name="adj" fmla="val 22124"/>
            </a:avLst>
          </a:prstGeom>
          <a:solidFill>
            <a:srgbClr val="00194D"/>
          </a:solidFill>
          <a:ln/>
        </p:spPr>
      </p:sp>
      <p:sp>
        <p:nvSpPr>
          <p:cNvPr id="15" name="Text 12"/>
          <p:cNvSpPr/>
          <p:nvPr/>
        </p:nvSpPr>
        <p:spPr>
          <a:xfrm>
            <a:off x="8106763" y="5349677"/>
            <a:ext cx="969145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TRL 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04074" y="5733157"/>
            <a:ext cx="3532397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Validación funcional de componentes en entorno de laboratorio controlado.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42557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Conclusiones e Impacto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5233360" y="2323306"/>
            <a:ext cx="6296860" cy="3109119"/>
          </a:xfrm>
          <a:prstGeom prst="roundRect">
            <a:avLst>
              <a:gd name="adj" fmla="val 255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52410" y="2342356"/>
            <a:ext cx="6258761" cy="1535509"/>
          </a:xfrm>
          <a:custGeom>
            <a:avLst/>
            <a:gdLst/>
            <a:ahLst/>
            <a:cxnLst/>
            <a:rect l="l" t="t" r="r" b="b"/>
            <a:pathLst>
              <a:path w="6258761" h="1535509">
                <a:moveTo>
                  <a:pt x="66156" y="0"/>
                </a:moveTo>
                <a:lnTo>
                  <a:pt x="6192604" y="0"/>
                </a:lnTo>
                <a:arcTo hR="66158" wR="66156" stAng="16200000" swAng="5400000"/>
                <a:lnTo>
                  <a:pt x="6258761" y="1535509"/>
                </a:lnTo>
                <a:lnTo>
                  <a:pt x="0" y="1535509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3"/>
          <p:cNvSpPr/>
          <p:nvPr/>
        </p:nvSpPr>
        <p:spPr>
          <a:xfrm>
            <a:off x="5441417" y="2531368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Valor para Pymes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441417" y="2951857"/>
            <a:ext cx="58807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Automatización integral que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reduce errores operativos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mejora la productividad del equipo comercial y optimiza el flujo de caja mediante control de cartera en tiempo real.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252410" y="3877866"/>
            <a:ext cx="6258761" cy="1535509"/>
          </a:xfrm>
          <a:custGeom>
            <a:avLst/>
            <a:gdLst/>
            <a:ahLst/>
            <a:cxnLst/>
            <a:rect l="l" t="t" r="r" b="b"/>
            <a:pathLst>
              <a:path w="6258761" h="1535509">
                <a:moveTo>
                  <a:pt x="0" y="0"/>
                </a:moveTo>
                <a:lnTo>
                  <a:pt x="6258761" y="0"/>
                </a:lnTo>
                <a:lnTo>
                  <a:pt x="6258761" y="1469351"/>
                </a:lnTo>
                <a:arcTo hR="66158" wR="66156" stAng="0" swAng="5400000"/>
                <a:lnTo>
                  <a:pt x="66156" y="1535509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6"/>
          <p:cNvSpPr/>
          <p:nvPr/>
        </p:nvSpPr>
        <p:spPr>
          <a:xfrm>
            <a:off x="5252410" y="3877866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Text 7"/>
          <p:cNvSpPr/>
          <p:nvPr/>
        </p:nvSpPr>
        <p:spPr>
          <a:xfrm>
            <a:off x="5441417" y="4066877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Demostración en Vivo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441417" y="4487366"/>
            <a:ext cx="58807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Presentación del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código fuente y software ejecutable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 funcionamiento real — punto de venta, inventario y reportes operativos activos.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2026-09-19T22:02:25Z</dcterms:created>
  <dcterms:modified xsi:type="dcterms:W3CDTF">2026-09-19T22:02:25Z</dcterms:modified>
</cp:coreProperties>
</file>